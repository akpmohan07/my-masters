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80" r:id="rId2"/>
    <p:sldMasterId id="2147483692" r:id="rId3"/>
    <p:sldMasterId id="2147483700" r:id="rId4"/>
  </p:sldMasterIdLst>
  <p:notesMasterIdLst>
    <p:notesMasterId r:id="rId9"/>
  </p:notesMasterIdLst>
  <p:sldIdLst>
    <p:sldId id="284" r:id="rId5"/>
    <p:sldId id="264" r:id="rId6"/>
    <p:sldId id="283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BACE3-9C3D-4D88-A38C-46500171F5C4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FE137-6AD9-4BC6-AC94-97427E1B1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62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900"/>
          </a:p>
        </p:txBody>
      </p:sp>
      <p:sp>
        <p:nvSpPr>
          <p:cNvPr id="193" name="Google Shape;1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ddec7d742_0_9:notes"/>
          <p:cNvSpPr txBox="1">
            <a:spLocks noGrp="1"/>
          </p:cNvSpPr>
          <p:nvPr>
            <p:ph type="body" idx="1"/>
          </p:nvPr>
        </p:nvSpPr>
        <p:spPr>
          <a:xfrm>
            <a:off x="679750" y="4715131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1" name="Google Shape;141;g37ddec7d74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0:notes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42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24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75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9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17" name="Google Shape;117;p4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73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0"/>
          <p:cNvSpPr txBox="1">
            <a:spLocks noGrp="1"/>
          </p:cNvSpPr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0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5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04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5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18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12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4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509" lvl="5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093" lvl="6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678" lvl="7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263" lvl="8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3" name="Google Shape;143;p5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44" name="Google Shape;144;p5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13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400" cy="48736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5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51" name="Google Shape;151;p5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50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49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6"/>
          <p:cNvSpPr txBox="1">
            <a:spLocks noGrp="1"/>
          </p:cNvSpPr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6"/>
          <p:cNvSpPr txBox="1">
            <a:spLocks noGrp="1"/>
          </p:cNvSpPr>
          <p:nvPr>
            <p:ph type="body" idx="1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5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5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92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000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008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1851" y="1709737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30478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40" lvl="1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09" lvl="2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278" lvl="3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848" lvl="4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418" lvl="5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6987" lvl="6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557" lvl="7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126" lvl="8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29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73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80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70" lvl="0" indent="-30478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40" lvl="1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09" lvl="2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278" lvl="3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848" lvl="4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418" lvl="5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6987" lvl="6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557" lvl="7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126" lvl="8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8000" cy="3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70" lvl="0" indent="-30478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40" lvl="1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09" lvl="2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278" lvl="3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848" lvl="4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418" lvl="5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6987" lvl="6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557" lvl="7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126" lvl="8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884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78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4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50797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40" lvl="1" indent="-482576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09" lvl="2" indent="-45717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278" lvl="3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848" lvl="4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418" lvl="5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6987" lvl="6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557" lvl="7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126" lvl="8" indent="-43177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30478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40" lvl="1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09" lvl="2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278" lvl="3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848" lvl="4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418" lvl="5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6987" lvl="6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557" lvl="7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126" lvl="8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155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00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400" cy="48736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0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30478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40" lvl="1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09" lvl="2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278" lvl="3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848" lvl="4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418" lvl="5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6987" lvl="6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557" lvl="7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126" lvl="8" indent="-30478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225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794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7133400" y="1956725"/>
            <a:ext cx="58120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799300" y="-596075"/>
            <a:ext cx="58120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40" lvl="1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09" lvl="2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278" lvl="3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848" lvl="4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418" lvl="5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6987" lvl="6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557" lvl="7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126" lvl="8" indent="-42331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697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3"/>
          <p:cNvSpPr txBox="1">
            <a:spLocks noGrp="1"/>
          </p:cNvSpPr>
          <p:nvPr>
            <p:ph type="title"/>
          </p:nvPr>
        </p:nvSpPr>
        <p:spPr>
          <a:xfrm>
            <a:off x="343931" y="290986"/>
            <a:ext cx="8824784" cy="93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body" idx="1"/>
          </p:nvPr>
        </p:nvSpPr>
        <p:spPr>
          <a:xfrm>
            <a:off x="343931" y="1516708"/>
            <a:ext cx="4314567" cy="400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2"/>
          </p:nvPr>
        </p:nvSpPr>
        <p:spPr>
          <a:xfrm>
            <a:off x="4942706" y="1516708"/>
            <a:ext cx="4226009" cy="400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9916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7"/>
          <p:cNvSpPr txBox="1">
            <a:spLocks noGrp="1"/>
          </p:cNvSpPr>
          <p:nvPr>
            <p:ph type="ctrTitle"/>
          </p:nvPr>
        </p:nvSpPr>
        <p:spPr>
          <a:xfrm>
            <a:off x="362466" y="319176"/>
            <a:ext cx="7904205" cy="188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7"/>
          <p:cNvSpPr txBox="1">
            <a:spLocks noGrp="1"/>
          </p:cNvSpPr>
          <p:nvPr>
            <p:ph type="subTitle" idx="1"/>
          </p:nvPr>
        </p:nvSpPr>
        <p:spPr>
          <a:xfrm>
            <a:off x="362466" y="2426024"/>
            <a:ext cx="7904205" cy="12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505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>
            <a:spLocks noGrp="1"/>
          </p:cNvSpPr>
          <p:nvPr>
            <p:ph type="title"/>
          </p:nvPr>
        </p:nvSpPr>
        <p:spPr>
          <a:xfrm>
            <a:off x="343931" y="290986"/>
            <a:ext cx="7737389" cy="93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8"/>
          <p:cNvSpPr txBox="1">
            <a:spLocks noGrp="1"/>
          </p:cNvSpPr>
          <p:nvPr>
            <p:ph type="body" idx="1"/>
          </p:nvPr>
        </p:nvSpPr>
        <p:spPr>
          <a:xfrm>
            <a:off x="343931" y="1545409"/>
            <a:ext cx="7737389" cy="210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071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9"/>
          <p:cNvSpPr txBox="1">
            <a:spLocks noGrp="1"/>
          </p:cNvSpPr>
          <p:nvPr>
            <p:ph type="title"/>
          </p:nvPr>
        </p:nvSpPr>
        <p:spPr>
          <a:xfrm>
            <a:off x="473504" y="338139"/>
            <a:ext cx="7657243" cy="214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body" idx="1"/>
          </p:nvPr>
        </p:nvSpPr>
        <p:spPr>
          <a:xfrm>
            <a:off x="473504" y="2874107"/>
            <a:ext cx="7657243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573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0"/>
          <p:cNvSpPr txBox="1">
            <a:spLocks noGrp="1"/>
          </p:cNvSpPr>
          <p:nvPr>
            <p:ph type="title"/>
          </p:nvPr>
        </p:nvSpPr>
        <p:spPr>
          <a:xfrm>
            <a:off x="391624" y="340497"/>
            <a:ext cx="9002832" cy="104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0"/>
          <p:cNvSpPr txBox="1">
            <a:spLocks noGrp="1"/>
          </p:cNvSpPr>
          <p:nvPr>
            <p:ph type="body" idx="1"/>
          </p:nvPr>
        </p:nvSpPr>
        <p:spPr>
          <a:xfrm>
            <a:off x="391625" y="1681162"/>
            <a:ext cx="4384964" cy="7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60"/>
          <p:cNvSpPr txBox="1">
            <a:spLocks noGrp="1"/>
          </p:cNvSpPr>
          <p:nvPr>
            <p:ph type="body" idx="2"/>
          </p:nvPr>
        </p:nvSpPr>
        <p:spPr>
          <a:xfrm>
            <a:off x="362417" y="2733395"/>
            <a:ext cx="4384963" cy="276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3"/>
          </p:nvPr>
        </p:nvSpPr>
        <p:spPr>
          <a:xfrm>
            <a:off x="5009493" y="1681162"/>
            <a:ext cx="4384963" cy="7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body" idx="4"/>
          </p:nvPr>
        </p:nvSpPr>
        <p:spPr>
          <a:xfrm>
            <a:off x="5009493" y="2733395"/>
            <a:ext cx="4384963" cy="276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5824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368645" y="2441062"/>
            <a:ext cx="8355227" cy="93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3069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5173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>
            <a:spLocks noGrp="1"/>
          </p:cNvSpPr>
          <p:nvPr>
            <p:ph type="title"/>
          </p:nvPr>
        </p:nvSpPr>
        <p:spPr>
          <a:xfrm>
            <a:off x="343928" y="510443"/>
            <a:ext cx="84832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body" idx="1"/>
          </p:nvPr>
        </p:nvSpPr>
        <p:spPr>
          <a:xfrm>
            <a:off x="343929" y="1545409"/>
            <a:ext cx="8483200" cy="2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3252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3"/>
          <p:cNvSpPr txBox="1">
            <a:spLocks noGrp="1"/>
          </p:cNvSpPr>
          <p:nvPr>
            <p:ph type="title"/>
          </p:nvPr>
        </p:nvSpPr>
        <p:spPr>
          <a:xfrm>
            <a:off x="449644" y="355600"/>
            <a:ext cx="89748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3"/>
          <p:cNvSpPr txBox="1">
            <a:spLocks noGrp="1"/>
          </p:cNvSpPr>
          <p:nvPr>
            <p:ph type="body" idx="1"/>
          </p:nvPr>
        </p:nvSpPr>
        <p:spPr>
          <a:xfrm>
            <a:off x="449644" y="1993900"/>
            <a:ext cx="43160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75" name="Google Shape;175;p63"/>
          <p:cNvSpPr txBox="1">
            <a:spLocks noGrp="1"/>
          </p:cNvSpPr>
          <p:nvPr>
            <p:ph type="body" idx="2"/>
          </p:nvPr>
        </p:nvSpPr>
        <p:spPr>
          <a:xfrm>
            <a:off x="449644" y="2817812"/>
            <a:ext cx="43160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63"/>
          <p:cNvSpPr txBox="1">
            <a:spLocks noGrp="1"/>
          </p:cNvSpPr>
          <p:nvPr>
            <p:ph type="body" idx="3"/>
          </p:nvPr>
        </p:nvSpPr>
        <p:spPr>
          <a:xfrm>
            <a:off x="5087111" y="2033524"/>
            <a:ext cx="4337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63"/>
          <p:cNvSpPr txBox="1">
            <a:spLocks noGrp="1"/>
          </p:cNvSpPr>
          <p:nvPr>
            <p:ph type="body" idx="4"/>
          </p:nvPr>
        </p:nvSpPr>
        <p:spPr>
          <a:xfrm>
            <a:off x="5087111" y="2857436"/>
            <a:ext cx="43372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905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4"/>
          <p:cNvSpPr txBox="1">
            <a:spLocks noGrp="1"/>
          </p:cNvSpPr>
          <p:nvPr>
            <p:ph type="ctrTitle"/>
          </p:nvPr>
        </p:nvSpPr>
        <p:spPr>
          <a:xfrm>
            <a:off x="362465" y="1322152"/>
            <a:ext cx="7904400" cy="18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4"/>
          <p:cNvSpPr txBox="1">
            <a:spLocks noGrp="1"/>
          </p:cNvSpPr>
          <p:nvPr>
            <p:ph type="subTitle" idx="1"/>
          </p:nvPr>
        </p:nvSpPr>
        <p:spPr>
          <a:xfrm>
            <a:off x="362465" y="3429000"/>
            <a:ext cx="7904400" cy="1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2189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5"/>
          <p:cNvSpPr txBox="1">
            <a:spLocks noGrp="1"/>
          </p:cNvSpPr>
          <p:nvPr>
            <p:ph type="title"/>
          </p:nvPr>
        </p:nvSpPr>
        <p:spPr>
          <a:xfrm>
            <a:off x="473504" y="1179387"/>
            <a:ext cx="7657200" cy="2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65"/>
          <p:cNvSpPr txBox="1">
            <a:spLocks noGrp="1"/>
          </p:cNvSpPr>
          <p:nvPr>
            <p:ph type="body" idx="1"/>
          </p:nvPr>
        </p:nvSpPr>
        <p:spPr>
          <a:xfrm>
            <a:off x="473504" y="3715355"/>
            <a:ext cx="7657200" cy="10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76327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6"/>
          <p:cNvSpPr txBox="1">
            <a:spLocks noGrp="1"/>
          </p:cNvSpPr>
          <p:nvPr>
            <p:ph type="title"/>
          </p:nvPr>
        </p:nvSpPr>
        <p:spPr>
          <a:xfrm>
            <a:off x="343929" y="510443"/>
            <a:ext cx="88000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66"/>
          <p:cNvSpPr txBox="1">
            <a:spLocks noGrp="1"/>
          </p:cNvSpPr>
          <p:nvPr>
            <p:ph type="body" idx="1"/>
          </p:nvPr>
        </p:nvSpPr>
        <p:spPr>
          <a:xfrm>
            <a:off x="343929" y="1996220"/>
            <a:ext cx="4276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66"/>
          <p:cNvSpPr txBox="1">
            <a:spLocks noGrp="1"/>
          </p:cNvSpPr>
          <p:nvPr>
            <p:ph type="body" idx="2"/>
          </p:nvPr>
        </p:nvSpPr>
        <p:spPr>
          <a:xfrm>
            <a:off x="4867656" y="1996220"/>
            <a:ext cx="4276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87355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7"/>
          <p:cNvSpPr txBox="1">
            <a:spLocks noGrp="1"/>
          </p:cNvSpPr>
          <p:nvPr>
            <p:ph type="title"/>
          </p:nvPr>
        </p:nvSpPr>
        <p:spPr>
          <a:xfrm>
            <a:off x="343928" y="510443"/>
            <a:ext cx="84832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5493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34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0740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9825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43931" y="290986"/>
            <a:ext cx="7737389" cy="93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43931" y="1706047"/>
            <a:ext cx="7737389" cy="210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93165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43928" y="510443"/>
            <a:ext cx="84832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343929" y="1706047"/>
            <a:ext cx="84832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6687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dcucare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"/>
          <p:cNvSpPr txBox="1">
            <a:spLocks noGrp="1"/>
          </p:cNvSpPr>
          <p:nvPr>
            <p:ph type="title"/>
          </p:nvPr>
        </p:nvSpPr>
        <p:spPr>
          <a:xfrm>
            <a:off x="3904384" y="3093766"/>
            <a:ext cx="5896301" cy="93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rmAutofit fontScale="90000"/>
          </a:bodyPr>
          <a:lstStyle/>
          <a:p>
            <a:pPr>
              <a:buSzPct val="162962"/>
            </a:pPr>
            <a:br>
              <a:rPr lang="en-GB" sz="4000"/>
            </a:br>
            <a:br>
              <a:rPr lang="en-GB" sz="4000"/>
            </a:br>
            <a:br>
              <a:rPr lang="en-GB" sz="4000"/>
            </a:br>
            <a:br>
              <a:rPr lang="en-GB" sz="4000"/>
            </a:br>
            <a:endParaRPr sz="4000"/>
          </a:p>
        </p:txBody>
      </p:sp>
      <p:sp>
        <p:nvSpPr>
          <p:cNvPr id="197" name="Google Shape;197;p1"/>
          <p:cNvSpPr txBox="1"/>
          <p:nvPr/>
        </p:nvSpPr>
        <p:spPr>
          <a:xfrm>
            <a:off x="402772" y="958493"/>
            <a:ext cx="9397913" cy="414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GB" sz="4267" b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DCU Careers Service</a:t>
            </a:r>
          </a:p>
          <a:p>
            <a:pPr defTabSz="1219170">
              <a:buClr>
                <a:srgbClr val="000000"/>
              </a:buClr>
            </a:pPr>
            <a:endParaRPr lang="en-GB" sz="4267" b="1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GB" sz="4267" b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Science, Technology and Engineering Fair</a:t>
            </a:r>
          </a:p>
          <a:p>
            <a:pPr defTabSz="1219170">
              <a:buClr>
                <a:srgbClr val="000000"/>
              </a:buClr>
            </a:pPr>
            <a:r>
              <a:rPr lang="en-GB" sz="2400" b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Tuesday 7</a:t>
            </a:r>
            <a:r>
              <a:rPr lang="en-GB" sz="2400" b="1" kern="0" baseline="30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GB" sz="2400" b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October, 11am-2.30pm</a:t>
            </a:r>
          </a:p>
          <a:p>
            <a:pPr defTabSz="1219170">
              <a:buClr>
                <a:srgbClr val="000000"/>
              </a:buClr>
            </a:pPr>
            <a:r>
              <a:rPr lang="en-GB" sz="2400" b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Helix</a:t>
            </a:r>
          </a:p>
          <a:p>
            <a:pPr defTabSz="1219170">
              <a:buClr>
                <a:srgbClr val="000000"/>
              </a:buClr>
            </a:pPr>
            <a:endParaRPr lang="en-GB" sz="4267" b="1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endParaRPr/>
          </a:p>
        </p:txBody>
      </p:sp>
      <p:sp>
        <p:nvSpPr>
          <p:cNvPr id="254" name="Google Shape;25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buNone/>
            </a:pPr>
            <a:endParaRPr/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 txBox="1"/>
          <p:nvPr/>
        </p:nvSpPr>
        <p:spPr>
          <a:xfrm>
            <a:off x="2561800" y="5023867"/>
            <a:ext cx="3160000" cy="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GB" sz="2800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to attend using the QR code</a:t>
            </a:r>
            <a:endParaRPr sz="2800" b="1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8"/>
          <p:cNvCxnSpPr/>
          <p:nvPr/>
        </p:nvCxnSpPr>
        <p:spPr>
          <a:xfrm flipH="1">
            <a:off x="2049667" y="5482400"/>
            <a:ext cx="552000" cy="189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57150" dist="19050" dir="5400000" algn="bl" rotWithShape="0">
              <a:schemeClr val="lt1">
                <a:alpha val="49803"/>
              </a:scheme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40">
              <a:buClr>
                <a:srgbClr val="000000"/>
              </a:buClr>
              <a:buSzPts val="1400"/>
            </a:pPr>
            <a:endParaRPr sz="1867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6" descr="A person sitting at a des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1117" y="2"/>
            <a:ext cx="12263117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2162" y="0"/>
            <a:ext cx="379983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432263" y="1039278"/>
            <a:ext cx="5143600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40">
              <a:buClr>
                <a:srgbClr val="000000"/>
              </a:buClr>
              <a:buSzPts val="2400"/>
            </a:pPr>
            <a:endParaRPr sz="14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65513" y="1653930"/>
            <a:ext cx="4298000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40">
              <a:buClr>
                <a:srgbClr val="000000"/>
              </a:buClr>
              <a:buSzPts val="1500"/>
            </a:pPr>
            <a:endParaRPr sz="14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457201" y="3329387"/>
            <a:ext cx="5342800" cy="89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40">
              <a:buClr>
                <a:srgbClr val="000000"/>
              </a:buClr>
              <a:buSzPts val="1400"/>
            </a:pPr>
            <a:endParaRPr sz="14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40">
              <a:buClr>
                <a:srgbClr val="000000"/>
              </a:buClr>
              <a:buSzPts val="1400"/>
            </a:pPr>
            <a:endParaRPr sz="1867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40">
              <a:buClr>
                <a:srgbClr val="000000"/>
              </a:buClr>
              <a:buSzPts val="1400"/>
            </a:pPr>
            <a:endParaRPr sz="1867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pPr algn="ctr"/>
            <a:r>
              <a:rPr lang="en-GB" b="1" dirty="0">
                <a:solidFill>
                  <a:schemeClr val="lt1"/>
                </a:solidFill>
              </a:rPr>
              <a:t>Companies attending Science, Technology, Engineering Fair on 7</a:t>
            </a:r>
            <a:r>
              <a:rPr lang="en-GB" b="1" baseline="30000" dirty="0">
                <a:solidFill>
                  <a:schemeClr val="lt1"/>
                </a:solidFill>
              </a:rPr>
              <a:t>th</a:t>
            </a:r>
            <a:r>
              <a:rPr lang="en-GB" b="1" dirty="0">
                <a:solidFill>
                  <a:schemeClr val="lt1"/>
                </a:solidFill>
              </a:rPr>
              <a:t> October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1251B-22BD-6621-54FA-E68440F56479}"/>
              </a:ext>
            </a:extLst>
          </p:cNvPr>
          <p:cNvSpPr txBox="1"/>
          <p:nvPr/>
        </p:nvSpPr>
        <p:spPr>
          <a:xfrm>
            <a:off x="339669" y="1356802"/>
            <a:ext cx="413973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2K Games Dublin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Accenture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Abbvie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AHEAD Ireland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Amazon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Amgen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Analog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Aptiv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Arcadis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Arista Networks Ireland 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Astatine Limited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Bank of Ireland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BearingPoint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BioMarin Pharmaceutical Inc.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Bloomberg LP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Boston Scientific 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Central Statistics Office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Citi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daa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Deloitte Ireland LLP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Department of Agriculture, Food and the Marine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373BD-6253-FE2E-499F-53E101A472F7}"/>
              </a:ext>
            </a:extLst>
          </p:cNvPr>
          <p:cNvSpPr txBox="1"/>
          <p:nvPr/>
        </p:nvSpPr>
        <p:spPr>
          <a:xfrm>
            <a:off x="4479408" y="1564241"/>
            <a:ext cx="289743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Designer Group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Dublin City Council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Dublin City University - Student Recruitment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Dun &amp; Bradstreet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EirGrid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Ericsson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EY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Fidelity Investments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IBM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IN2 Design Partnership Ltd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Infineon Technologies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Irish Cement (CRH company)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Iarnród Éireann Irish Rail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Jones Engineering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Kingspan Group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Kirby Group Engineering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KPMG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Lakeland Dairies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Leyton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Mercury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E2DC3-3088-422F-AFD5-56D6D21B3AB0}"/>
              </a:ext>
            </a:extLst>
          </p:cNvPr>
          <p:cNvSpPr txBox="1"/>
          <p:nvPr/>
        </p:nvSpPr>
        <p:spPr>
          <a:xfrm>
            <a:off x="7866139" y="1564242"/>
            <a:ext cx="28974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Medtronic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MSD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Murphy Ireland Limited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NeoDyne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Nitro Software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Pfizer Ireland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PM Group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PwC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Ryanair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SAP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Specialisterne Ireland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Stryker Innovation Centre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Thermo</a:t>
            </a: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Fisher Scientific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Tirlan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Uisce</a:t>
            </a: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Eireann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Uniphar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USIT Travel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Version 1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Viatris</a:t>
            </a:r>
            <a:endParaRPr lang="en-IE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Workday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WuXi</a:t>
            </a: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Biologics</a:t>
            </a:r>
          </a:p>
          <a:p>
            <a:pPr defTabSz="914377">
              <a:buClr>
                <a:srgbClr val="000000"/>
              </a:buClr>
            </a:pPr>
            <a:r>
              <a:rPr lang="en-IE" sz="14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Winthrop Technologies Limited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 txBox="1">
            <a:spLocks noGrp="1"/>
          </p:cNvSpPr>
          <p:nvPr>
            <p:ph type="title"/>
          </p:nvPr>
        </p:nvSpPr>
        <p:spPr>
          <a:xfrm>
            <a:off x="343928" y="510443"/>
            <a:ext cx="84832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r>
              <a:rPr lang="en-GB"/>
              <a:t>Connect with the Careers Service</a:t>
            </a:r>
            <a:endParaRPr/>
          </a:p>
        </p:txBody>
      </p:sp>
      <p:sp>
        <p:nvSpPr>
          <p:cNvPr id="351" name="Google Shape;351;p20"/>
          <p:cNvSpPr txBox="1">
            <a:spLocks noGrp="1"/>
          </p:cNvSpPr>
          <p:nvPr>
            <p:ph type="body" idx="1"/>
          </p:nvPr>
        </p:nvSpPr>
        <p:spPr>
          <a:xfrm>
            <a:off x="343929" y="1545409"/>
            <a:ext cx="8483200" cy="2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152392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-GB" sz="2667"/>
              <a:t>Our main office is on the ground floor of the Henry Grattan Building, Glasnevin Campus, room CG26 and we also have an office on St. Patrick's Campus</a:t>
            </a:r>
            <a:r>
              <a:rPr lang="en-GB" sz="2667" b="1"/>
              <a:t>. </a:t>
            </a:r>
            <a:endParaRPr/>
          </a:p>
        </p:txBody>
      </p:sp>
      <p:sp>
        <p:nvSpPr>
          <p:cNvPr id="352" name="Google Shape;352;p20"/>
          <p:cNvSpPr txBox="1">
            <a:spLocks noGrp="1"/>
          </p:cNvSpPr>
          <p:nvPr>
            <p:ph type="body" idx="1"/>
          </p:nvPr>
        </p:nvSpPr>
        <p:spPr>
          <a:xfrm>
            <a:off x="343929" y="4187376"/>
            <a:ext cx="8483200" cy="2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60957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667"/>
              <a:t>@dcucareers</a:t>
            </a:r>
            <a:endParaRPr sz="2667"/>
          </a:p>
          <a:p>
            <a:pPr marL="0" indent="609570">
              <a:lnSpc>
                <a:spcPct val="150000"/>
              </a:lnSpc>
              <a:spcBef>
                <a:spcPts val="0"/>
              </a:spcBef>
              <a:buNone/>
            </a:pPr>
            <a:endParaRPr sz="2667"/>
          </a:p>
          <a:p>
            <a:pPr marL="0" indent="60957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667" u="sng">
                <a:solidFill>
                  <a:schemeClr val="hlink"/>
                </a:solidFill>
                <a:hlinkClick r:id="rId3"/>
              </a:rPr>
              <a:t>LinkedIn</a:t>
            </a:r>
            <a:endParaRPr sz="2667"/>
          </a:p>
        </p:txBody>
      </p:sp>
      <p:pic>
        <p:nvPicPr>
          <p:cNvPr id="353" name="Google Shape;353;p20"/>
          <p:cNvPicPr preferRelativeResize="0"/>
          <p:nvPr/>
        </p:nvPicPr>
        <p:blipFill rotWithShape="1">
          <a:blip r:embed="rId4">
            <a:alphaModFix/>
          </a:blip>
          <a:srcRect l="8618" t="6592" r="4234" b="3952"/>
          <a:stretch/>
        </p:blipFill>
        <p:spPr>
          <a:xfrm>
            <a:off x="474700" y="5393002"/>
            <a:ext cx="536200" cy="510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0"/>
          <p:cNvPicPr preferRelativeResize="0"/>
          <p:nvPr/>
        </p:nvPicPr>
        <p:blipFill rotWithShape="1">
          <a:blip r:embed="rId5">
            <a:alphaModFix/>
          </a:blip>
          <a:srcRect l="9892" t="9464" r="10253" b="10059"/>
          <a:stretch/>
        </p:blipFill>
        <p:spPr>
          <a:xfrm>
            <a:off x="474700" y="4234167"/>
            <a:ext cx="536200" cy="494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0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77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1_Office Theme</vt:lpstr>
      <vt:lpstr>3_Office Theme</vt:lpstr>
      <vt:lpstr>10_Office Theme</vt:lpstr>
      <vt:lpstr>15_Office Theme</vt:lpstr>
      <vt:lpstr>    </vt:lpstr>
      <vt:lpstr>PowerPoint Presentation</vt:lpstr>
      <vt:lpstr>Companies attending Science, Technology, Engineering Fair on 7th October</vt:lpstr>
      <vt:lpstr>Connect with the Careers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Venita Murphy</dc:creator>
  <cp:lastModifiedBy>Venita Murphy</cp:lastModifiedBy>
  <cp:revision>4</cp:revision>
  <dcterms:created xsi:type="dcterms:W3CDTF">2025-09-26T10:17:05Z</dcterms:created>
  <dcterms:modified xsi:type="dcterms:W3CDTF">2025-09-26T10:25:26Z</dcterms:modified>
</cp:coreProperties>
</file>